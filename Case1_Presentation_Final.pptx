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 부산항 저장소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7AE6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암모니아 벙커링 최적화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9260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CF0F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Green Corridor Ammonia Optimization Model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57200" y="34747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BDC3C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2030-2050 20년 분석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구성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377440" y="73152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2,500 m³ Shuttle + 2,000 m³/h Pump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20년 NPC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2377440" y="128016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$217.14 Million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82880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LCOAmmonia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377440" y="182880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$0.92 per ton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2377440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사이클 타임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377440" y="2377440"/>
            <a:ext cx="6217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6.92 hours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1: 부산항 저장소 시나리오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구조: 부산항 저장탱크 → 부산항 내 선박 (2 nm)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특징: 유연한 운영, 빠른 사이클 vs 저장탱크 CAPEX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 탱크: 35,000톤 | 셔틀: 500-5,000 m³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NPC: $217.14M | LCOAmmonia: $0.92/ton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MILP 최적화 모델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목적함수: 20년 순현재가(NPC) 최소화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의사결정 변수: 셔틀 크기, 펌프 용량, 연도별 셧틀 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제약식: 수요 충족, 정박시간, 운영시간, 탱크용량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할인율: No Discounting (0%) - 모든 연도 동일 가중치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NPC 히트맵 분석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행축: 셔틀 크기 (m³) | 열축: 펌프 용량 (m³/h)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최적 영역: 2,500 m³ 셔틀, 1,600-2,000 m³/h, NPC $217-220M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회피 영역: &lt;1,200 m³/h 펌프, &gt;4,000 m³ 셔틀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[이미지: case1_01_npc_heatmap.png]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시나리오 비교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1위: 2,500×2,000 $217.14M (최적)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2위-5위: 2,500×(1,800~1,200) $219-230M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6위-10위: 2,000×(2,000~1,600), 3,000×(1,400~1,200)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[이미지: case1_02_top10_breakdown.png]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사이클 타임 분석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육상 적재: 1.67시간 (2,500 m³ ÷ 1,500 m³/h)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왕복 이동: 2.00시간 (부산항 내 2 nm)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펌핑: 1.25시간 (선박 적재)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총 사이클 타임: 6.92 시간 (연간 1,157회 가능)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비용 구조 분석 (20년)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셔틀 CAPEX: $92.23M (42.4%)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저장탱크 CAPEX: $28.9M (13.3%) - 주의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연료/에너지 OPEX: $49.97M (23.0%)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20년 NPC: $217.14M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운영 지표 및 효율성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 활용도: 100% | 연간 사이클: 1,157회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연간 급유: 578회 | 연간 공급: 2.89M ton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초기 (2030): 3-4 셔틀 | 최대 (2050): 30-40 셔틀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[이미지: case1_10_cost_vs_demand.png]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민감도 분석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연료 가격: 매우 높은 영향도 (±10% → NPC ±$21.7M)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셀틀/펌프 크기: 중간 영향도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수요 증가: 높은 영향도 (셸틀 투자 필요)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[이미지: case1_11_tornado_diagram.png]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구축 로드맵 (2030-2050)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 (2030-33): 초기 인프라, 셔틀 3-4척, 저장탱크 35,000톤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 (2034-40): 확대, 셔틀 10-12척 추가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 (2041-50): 대규모 운영, 셔틀 30-40척 누적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[이미지: case1_08_year_shuttles.png]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182880"/>
            <a:ext cx="8595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전략적 권고사항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장점: 단거리 운영, 빠른 사이클, 유연성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1 단점: 저장탱크 CAPEX $28.9M, 냉각 필수, 높은 NPC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6916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권고: 펌프 1,200-2,000 m³/h | 셔틀 2,500 m³ (최적)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결론: 부산항 중심 운영 필수시만 선택. Case 2-2보다 38% 비쌈.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Case 1: Busan Port Ammonia Bunkering Optimization</dc:title>
  <dc:subject>PptxGenJS Presentation</dc:subject>
  <dc:creator>Green Corridor Team</dc:creator>
  <cp:lastModifiedBy>Green Corridor Team</cp:lastModifiedBy>
  <cp:revision>1</cp:revision>
  <dcterms:created xsi:type="dcterms:W3CDTF">2025-11-23T13:28:30Z</dcterms:created>
  <dcterms:modified xsi:type="dcterms:W3CDTF">2025-11-23T13:28:30Z</dcterms:modified>
</cp:coreProperties>
</file>